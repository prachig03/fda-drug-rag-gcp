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78109-CA0F-0FAA-C0FB-F3E414846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35B6FD-AC08-5F3E-AABB-DAF91CE75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1B479-CD77-BB20-D22A-6F52B757C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2B545-2DBE-1A0B-5AF8-FECBB103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52AEC-CF55-7AB7-89C8-D102F9E1D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45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DD8C0-AB85-7311-F3B9-F3ECE705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0DFB5-9EE4-CE13-BE18-9AD42D151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A5B9D-A751-58AE-CDA7-0917583CB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6FF65-FB8D-67FC-5B4D-CF3896B6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0EA7E-BC08-B394-D508-FA96021E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4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257B-E6D7-DC68-CF0A-31D81BBE0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7A162-F3E9-7AEE-519D-700003496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3B9C-81BB-1D5E-5711-B2445FA1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BA429-0295-6860-0B6F-F3FE9A0C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B52C0-A1D3-E750-928C-F19EF27CB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9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1AE7-A6DE-5477-3E08-1702D3B21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F6CCD-5AA3-C6D4-BB5B-0CD5CAD2D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48BC5-A126-3806-B905-DBA56D29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0F6EA-D915-607D-55CA-ECB00009C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53944-D121-7038-392C-C19BE7F93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01C50-FE1E-16CA-8F6B-32906BEF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88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DC9C3-CB50-DEC9-2A02-1F7F066B2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9C684-CF88-6B64-4B6E-C6B228B19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DED0-DED3-2EC9-CF87-F0B75BAED3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7878-4434-4768-31FA-64ECAB080A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0397A-EF55-14EF-BBE9-93709A8B92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472DB-9917-937F-9521-7AD7368F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47635-B562-26A3-43F0-24983D842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E3EDBE-7FCB-D8C9-7A4F-485E89D76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48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84CB-047E-D74C-FBDE-B9180409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18651-996E-F63B-312C-424B0EEBB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D7648-7550-6C1A-ECAD-75545BC6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D3924-684A-2B8F-321D-AD08EAD4D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4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6A8D55-C95D-4E55-A101-76547221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284F3-819B-5217-CB12-99E971BA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5BBD5-97F3-3A5F-8895-7DA224688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1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5C5F-F50C-052A-76A2-21CCC771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DE533-A215-80A7-05F0-89E723404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44E0B-69B6-D104-92B5-6C69F4575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230C8-AD50-B521-3AAF-A7E78698A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E3C9F-FD63-546A-D92D-7E2FE63F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D7BA8-B668-A60B-E047-5025D3A0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69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8C3C-D101-E58B-359B-A3BDB6A3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62D67-5B67-A393-A967-E573F9466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486B2-A693-54F4-8351-42957E318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F6FFD-3F11-A775-597C-5DB1C1AD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01D09-26ED-5809-436B-DF64441F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390FB-5D45-A460-ACF7-82CDF6DA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400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F892D-61E0-96F9-2843-7D9ED05F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EED94-E4B9-1832-0776-C94DDA34B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5B717-89A3-F7A7-BF1B-18F09D02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E921-4D5A-4644-F8BD-BF5313FE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90FB-2D1E-22B2-39E6-6EDE291D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805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3C07B-A500-09F8-DD37-0617DD78F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1A3F5-F440-E0A8-D82A-947D16067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31F27-4890-8151-0571-FB314D25B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8C6B3-AAA1-69D1-EA3B-852B3D04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0DA3B-ED2B-5C12-E766-4FB4AA28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1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658C9-FA8F-F814-9B22-C117964DF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91022-1EB5-B165-9B3C-01E58E96F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E9E4E-501B-8346-1C18-0D87EE5DB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0692F-D3F3-4DA6-ACAA-0927EB0B2063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E80EB-7BB1-D896-74D3-D55C0F13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39931-BA2D-068A-3D9C-0F4C30897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44307-2E2A-40E0-A846-50F84DA541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93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46B346-0C66-8BCE-632B-A4EC5063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83" y="722795"/>
            <a:ext cx="5468113" cy="2181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A9C7FE-C2A2-73C2-7E30-6F3D04080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83" y="3267188"/>
            <a:ext cx="10840963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6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A802EA-23D6-6D71-4C14-3955DCC01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820" y="3454400"/>
            <a:ext cx="7845183" cy="2854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508D3A-2C36-BF2E-5038-D048A42A2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90" y="631503"/>
            <a:ext cx="3581900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9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4CF79-6CBE-04F5-F638-4D285E5A4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57" y="790206"/>
            <a:ext cx="3439005" cy="5277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CDA83C-5EDC-1A99-D5F6-742606249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462" y="3921309"/>
            <a:ext cx="7830966" cy="214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0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6C1641-E45D-D5C2-53A5-D10409C2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98" y="3770797"/>
            <a:ext cx="8125959" cy="2448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51DD5-799B-EB9D-D8C9-58F177DEC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98" y="972358"/>
            <a:ext cx="5153744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04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8AC8E8-9C38-C409-F64A-997DF125F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70" y="785443"/>
            <a:ext cx="4363059" cy="52871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F844A6-ED60-8DCD-4E9C-95F258F8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056" y="1842866"/>
            <a:ext cx="3562847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15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17A628-83EF-67E2-A81D-DB462B278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78" y="801213"/>
            <a:ext cx="4401164" cy="2248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BCCC9A-29F3-E5E6-A9A8-0406793F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78" y="3189982"/>
            <a:ext cx="8112120" cy="324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420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Gehlot</dc:creator>
  <cp:lastModifiedBy>Prachi Gehlot</cp:lastModifiedBy>
  <cp:revision>1</cp:revision>
  <dcterms:created xsi:type="dcterms:W3CDTF">2026-05-15T01:29:49Z</dcterms:created>
  <dcterms:modified xsi:type="dcterms:W3CDTF">2026-05-15T02:23:43Z</dcterms:modified>
</cp:coreProperties>
</file>